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61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sem Título" id="{F837018D-2F53-4345-8C4F-07F43E91CDD5}">
          <p14:sldIdLst>
            <p14:sldId id="256"/>
            <p14:sldId id="261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3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9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88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75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4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56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9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12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13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09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40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82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48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27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0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4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311B6BD-EBFC-4BEA-B315-3F08D4C1719B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F350A9D-8148-4247-97B6-D55DEEC07D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148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2399888"/>
          </a:xfrm>
        </p:spPr>
        <p:txBody>
          <a:bodyPr>
            <a:noAutofit/>
          </a:bodyPr>
          <a:lstStyle/>
          <a:p>
            <a:pPr algn="ctr"/>
            <a:r>
              <a:rPr lang="pt-AO" sz="8000" b="1" i="1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/>
            </a:r>
            <a:br>
              <a:rPr lang="pt-AO" sz="8000" b="1" i="1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</a:br>
            <a:r>
              <a:rPr lang="pt-AO" sz="8000" b="1" i="1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/>
            </a:r>
            <a:br>
              <a:rPr lang="pt-AO" sz="8000" b="1" i="1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</a:br>
            <a:r>
              <a:rPr lang="pt-AO" sz="8000" b="1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/>
            </a:r>
            <a:br>
              <a:rPr lang="pt-AO" sz="8000" b="1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</a:br>
            <a:r>
              <a:rPr lang="pt-AO" sz="8000" b="1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/>
            </a:r>
            <a:br>
              <a:rPr lang="pt-AO" sz="8000" b="1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</a:br>
            <a:r>
              <a:rPr lang="pt-AO" sz="8000" b="1" i="1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UnyDevtech</a:t>
            </a:r>
            <a:r>
              <a:rPr lang="pt-AO" sz="8000" b="1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/>
            </a:r>
            <a:br>
              <a:rPr lang="pt-AO" sz="8000" b="1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</a:br>
            <a:r>
              <a:rPr lang="pt-AO" sz="8000" b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	</a:t>
            </a:r>
            <a:r>
              <a:rPr lang="pt-AO" sz="8000" b="1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				</a:t>
            </a:r>
            <a:r>
              <a:rPr lang="pt-AO" sz="8000" b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 </a:t>
            </a:r>
            <a:r>
              <a:rPr lang="pt-AO" sz="8000" b="1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 </a:t>
            </a:r>
            <a:r>
              <a:rPr lang="pt-AO" sz="5400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comunity</a:t>
            </a:r>
            <a:br>
              <a:rPr lang="pt-AO" sz="5400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</a:br>
            <a:r>
              <a:rPr lang="pt-AO" sz="8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	</a:t>
            </a:r>
            <a:r>
              <a:rPr lang="pt-AO" sz="8000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										</a:t>
            </a:r>
            <a:r>
              <a:rPr lang="pt-AO" sz="6600" dirty="0" smtClean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	</a:t>
            </a:r>
            <a:endParaRPr lang="en-US" sz="66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12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0"/>
            <a:ext cx="10131425" cy="992777"/>
          </a:xfrm>
        </p:spPr>
        <p:txBody>
          <a:bodyPr/>
          <a:lstStyle/>
          <a:p>
            <a:pPr algn="ctr"/>
            <a:r>
              <a:rPr lang="pt-BR" dirty="0" smtClean="0"/>
              <a:t>problemática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idx="1"/>
          </p:nvPr>
        </p:nvSpPr>
        <p:spPr>
          <a:xfrm>
            <a:off x="685801" y="1580606"/>
            <a:ext cx="10131425" cy="5133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 smtClean="0"/>
              <a:t>Há muitas pessoas que passam por muitas dificuldades e se deparam com enormes enchentes para simplesmente agendar ou fazer uma consulta inclusive na segunda feira eu fui para o hospital  Josina… (Maria pia) minha hestória…</a:t>
            </a:r>
            <a:endParaRPr lang="pt-AO" sz="3200" dirty="0" smtClean="0"/>
          </a:p>
          <a:p>
            <a:pPr marL="0" indent="0" algn="ctr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4512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0"/>
            <a:ext cx="10131425" cy="992777"/>
          </a:xfrm>
        </p:spPr>
        <p:txBody>
          <a:bodyPr/>
          <a:lstStyle/>
          <a:p>
            <a:pPr algn="ctr"/>
            <a:r>
              <a:rPr lang="pt-BR" dirty="0" smtClean="0"/>
              <a:t>Tecnologias utilizadas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idx="1"/>
          </p:nvPr>
        </p:nvSpPr>
        <p:spPr>
          <a:xfrm>
            <a:off x="685801" y="1580606"/>
            <a:ext cx="10131425" cy="51337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AO" sz="3200" dirty="0" smtClean="0"/>
              <a:t>Existem diversos </a:t>
            </a:r>
            <a:r>
              <a:rPr lang="pt-BR" sz="3200" dirty="0" smtClean="0"/>
              <a:t>formas, formas de fazer um site ecommerce, mais optei por usar essas ferramentas de tecnologias.</a:t>
            </a:r>
            <a:endParaRPr lang="pt-AO" sz="3200" dirty="0" smtClean="0"/>
          </a:p>
          <a:p>
            <a:pPr marL="0" indent="0">
              <a:buNone/>
            </a:pPr>
            <a:endParaRPr lang="pt-AO" sz="3200" dirty="0"/>
          </a:p>
          <a:p>
            <a:r>
              <a:rPr lang="pt-BR" sz="3200" dirty="0" smtClean="0"/>
              <a:t>HTML-linguagem de marcação de hipertexto(criado paginas </a:t>
            </a:r>
            <a:r>
              <a:rPr lang="pt-BR" sz="3200" smtClean="0"/>
              <a:t>da web »» </a:t>
            </a:r>
            <a:r>
              <a:rPr lang="pt-BR" sz="1400" smtClean="0"/>
              <a:t>texto</a:t>
            </a:r>
            <a:r>
              <a:rPr lang="pt-BR" sz="1400" dirty="0" smtClean="0"/>
              <a:t>, imagens, áudio, vídeos</a:t>
            </a:r>
            <a:r>
              <a:rPr lang="pt-BR" sz="3200" dirty="0" smtClean="0"/>
              <a:t>).</a:t>
            </a:r>
            <a:endParaRPr lang="pt-AO" sz="3200" dirty="0" smtClean="0"/>
          </a:p>
          <a:p>
            <a:r>
              <a:rPr lang="pt-BR" sz="3200" dirty="0" smtClean="0"/>
              <a:t>CSS-folha de estilo em cascata(utilizada para dar estilo nas paginas da web.).</a:t>
            </a:r>
            <a:endParaRPr lang="pt-AO" sz="3200" dirty="0" smtClean="0"/>
          </a:p>
          <a:p>
            <a:r>
              <a:rPr lang="pt-BR" sz="3200" dirty="0" smtClean="0"/>
              <a:t>IDES(</a:t>
            </a:r>
            <a:r>
              <a:rPr lang="pt-BR" sz="3200" dirty="0" err="1" smtClean="0"/>
              <a:t>vscode</a:t>
            </a:r>
            <a:r>
              <a:rPr lang="pt-BR" sz="3200" dirty="0" smtClean="0"/>
              <a:t>)-programas ideias para escrever códigos</a:t>
            </a:r>
            <a:r>
              <a:rPr lang="pt-BR" sz="3200" dirty="0"/>
              <a:t> </a:t>
            </a:r>
            <a:r>
              <a:rPr lang="pt-BR" sz="3200" dirty="0" smtClean="0"/>
              <a:t>com sintaxe no desenvolvimentos de paginas. </a:t>
            </a:r>
            <a:endParaRPr lang="pt-AO" sz="3200" dirty="0" smtClean="0"/>
          </a:p>
          <a:p>
            <a:pPr marL="0" indent="0" algn="ctr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9107562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197</TotalTime>
  <Words>106</Words>
  <Application>Microsoft Office PowerPoint</Application>
  <PresentationFormat>Ecrã Panorâmico</PresentationFormat>
  <Paragraphs>9</Paragraphs>
  <Slides>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Celestial</vt:lpstr>
      <vt:lpstr>    UnyDevtech        comunity             </vt:lpstr>
      <vt:lpstr>problemática</vt:lpstr>
      <vt:lpstr>Tecnologias utilizadas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UnyDevtech        comunity</dc:title>
  <dc:creator>Osvaldo de Sousa</dc:creator>
  <cp:lastModifiedBy>Dell</cp:lastModifiedBy>
  <cp:revision>23</cp:revision>
  <dcterms:created xsi:type="dcterms:W3CDTF">2022-09-03T01:07:50Z</dcterms:created>
  <dcterms:modified xsi:type="dcterms:W3CDTF">2023-07-25T04:59:12Z</dcterms:modified>
</cp:coreProperties>
</file>